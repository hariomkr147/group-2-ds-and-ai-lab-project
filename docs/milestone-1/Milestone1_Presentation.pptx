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follows the TA's guidance: cross-reference and propagate learning across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TA: LLM APIs only as a minor part; the main brain must be our own DL/GenAI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An intelligent small-scale tutor that guides a learner to the answer through probing questions, backtracking across levels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resource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level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88920"/>
                <a:gridCol w="2788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PDFs, slides,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Main pilot: NCERT Mathematics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several classes that build on each other (Level 1 → 2 →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 domain: IITM BS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→ MLF → MLT, e.g. “How does training happen in Linear Regression?”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Addition · Subtraction
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8912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Division
Fractions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Level 3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Decimals
Percentages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stuck on “What is 20% of 50?”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“What does 20% mean: 20 out of how many?”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fractions (Level 2) → checks division → multiplication (Level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division and fraction questions with hints and a link to the NCERT page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1/5 of 50 → 1/4 of 20 → back to 20% of 50 → harder: 15% of 60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560320"/>
                <a:gridCol w="50292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study modes, 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MATHia, ALEKS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Track student skills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Paid, closed, no conversation, fixed curriculum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ASSISTments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Free practice with hints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Fixed teacher-written hints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Course portals (IITM BS, DIKSHA)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Host content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Don't diagnose why a student is stuck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What we add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•  Our own trained models as the main brain, not an LLM API with a system prompt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•  A learner model that remembers which concepts the student knows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•  Backtracking across levels,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•  Feedback with the exact page, slide or video to revisit; works for any course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DKT (Deep Knowledge Tracing, an LSTM we will train) scores AUC 0.754 on cleaned ASSISTments data. 0.5 = random guess, 1.0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MathDial (2,861 dialogues): prompted AI teachers often reveal the answer; fine-tuned models guide better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62179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written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Decides: probe, hint, backtrack a level, retest, move up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MathDial + our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50 ÷ 20 instead of 20/100 × 50)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Finds the page, slide or video for a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19202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MathDial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2,861 dialogues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Maths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(main)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Licenses checked before use (e.g. MathDial CC BY-SA 4.0, EdNet CC BY-NC 4.0).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5852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463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MathDial (real record) → trains probing style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9319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Problem: aquarium filled halfway, half spilled, then tripled. Answer: 54. Student said 72.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Teacher (probing): If you had 4 of something and tripled it, how much would you have?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Student: 12.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Teacher (probing): So if Nancy triples the 18 cubic feet, how much would she have?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Student: 54 cubic feet.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Teacher (generic): Exactly correct!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7C8C"/>
                </a:solidFill>
                <a:latin typeface="Calibri"/>
              </a:rPr>
              <a:t>Every teacher turn is labelled (probing / focus / telling / generic), so we can train our model to probe instead of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47472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5%, lower than both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gaps found at the right level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60–100 annotated scenarios we write (careless slip, gap 1 level down, gap 2 levels down…) + the TA’s test samples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Same tests on NCERT and IITM BS course packs, with no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Learner: What is 20% of 50?  My answer: 2.5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What does 20% mean: 20 out of how many?   Learner: 100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So 20% = 20/100. Simplest form?   Learner: I don’t know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[gap at Level 2 → checking division]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What is 100 ÷ 20?   Learner: 5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So 20/100 = 1/5. What is 1/5 of 50?  Hint: 5 equal groups 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10 ✓      Tutor: And 1/4 of 20?   Learner: 5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[back to Level 3]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Tutor: Try again: 20% of 50?   Learner: 10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Earlier you divided 50 by 20; a percentage means “out of 100”.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         Next: 15% of 60?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4300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Progress report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600200"/>
          <a:ext cx="4023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Concept (level)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Readiness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Multiplication 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Division (2)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Fractions (2)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Percentages (3)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0.58 · practise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3749039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40233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API + prompt: “20/100 × 50 = 10.” Answer revealed; gap not found.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Ours: finds the fraction gap, practises Level 2, returns to Level 3; learner finds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Next steps, TA decisions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Milestone 2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Clean ASSISTments; train the baseline and DKT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First LoRA fine-tune of the Socratic model on MathDial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Multi-level NCERT course pack; gather IITM transcripts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First controller, search and web app; 30 test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Decisions recorded from the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4864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External datasets and NCERT allowed (check licenses)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Main brain must be our own model; LLM API only a minor part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Several connected levels, with backtracking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•  Compare against an LLM-API + system-prompt tutor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