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764D0-6DFC-449A-9576-65BEDBFD47E7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7CF2F3-96C9-4F4E-8F28-21061CAD02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842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Learning is cross-referenced and propagated across courses. Mapping to be confirmed from IITM course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 study companion for IITM BS learners that guides them to the answer through probing questions, backtracking to earlier courses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lecture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course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courses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courses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transcripts, slides, PDFs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IITM BS courses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&amp; Stats → MLF → MLT, e.g. “How does training happen in Linear Regression?”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 domain: NCERT Mathematics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several classes that build on each other, to show the pipeline is reusable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232257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Maths 1 · Stats 1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Functions, slope
Mean, variance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8328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56432" y="1600200"/>
            <a:ext cx="232257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Maths 2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Vectors, dot product
Derivatives, chain rule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600200"/>
            <a:ext cx="232257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MLF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Loss functions
Gradient descent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5256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25712" y="1600200"/>
            <a:ext cx="232257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MLT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Training linear
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“How does training happen in Linear Regression?”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Supervised learning → prediction y = w·x → squared error → “what is dL/dw?”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derivatives (Maths 2) → checks slope of a line (Maths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slope and derivative questions with hints and a link to the Maths 2 lecture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derivative of w² → chain rule → gradient → gradient descent update (MLF, MLT)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study modes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MATHia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Adapts per student; step-by-step guidance, real-time feedback, targeted practice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Paid, closed; fixed maths curriculum; fixed step paths, no free conversation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ALEKS (adaptive system, not a chat assistant)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Finds what a student is ready to learn next, using prerequisites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conversation or probing questions; paid, closed, fixed curriculum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Free platform for teachers to give students personalized feedback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Hints written by teachers in advance; no conversation or 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Course portals (IITM BS, DIKSHA)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Host content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Don't diagnose why a student is stuck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 (MATHia and Khanmigo are closest; we combine their ideas with our own models)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Our own trained models as the main brain, not an LLM API with a system prompt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A learner model that remembers which concepts the student knows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Backtracking across courses,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Feedback with the exact IITM lecture, slide or assignment to revisit; works for any course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82073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1F1F1F"/>
                </a:solidFill>
                <a:latin typeface="Calibri"/>
              </a:rPr>
              <a:t>DKT (Deep Knowledge Tracing, an LSTM we will train) scores AUC 0.754 on cleaned </a:t>
            </a:r>
            <a:r>
              <a:rPr sz="1400" b="0" dirty="0" err="1">
                <a:solidFill>
                  <a:srgbClr val="1F1F1F"/>
                </a:solidFill>
                <a:latin typeface="Calibri"/>
              </a:rPr>
              <a:t>ASSISTments</a:t>
            </a:r>
            <a:r>
              <a:rPr sz="14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400" b="0">
                <a:solidFill>
                  <a:srgbClr val="1F1F1F"/>
                </a:solidFill>
                <a:latin typeface="Calibri"/>
              </a:rPr>
              <a:t>data.</a:t>
            </a:r>
            <a:endParaRPr sz="1400" b="0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F1F1F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F1F1F"/>
                </a:solidFill>
                <a:latin typeface="Calibri"/>
              </a:rPr>
              <a:t>MathDial</a:t>
            </a:r>
            <a:r>
              <a:rPr sz="1500" b="0" dirty="0">
                <a:solidFill>
                  <a:srgbClr val="1F1F1F"/>
                </a:solidFill>
                <a:latin typeface="Calibri"/>
              </a:rPr>
              <a:t> (2,861 dialogues):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course,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MathDial + our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a sign error in the gradient)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lecture, slide or assignment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MathDial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2,861 dialogues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Maths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Licenses checked before use (e.g. MathDial CC BY-SA 4.0, EdNet CC BY-NC 4.0).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58521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MathDial (real record) → trains probing style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9319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3840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Problem: aquarium filled halfway, half spilled, then tripled. Answer: 54. Student said 72.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(probing): If you had 4 of something and tripled it, how much would you have?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Student: 12.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(probing): So if Nancy triples the 18 cubic feet, how much would she have?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Student: 54 cubic feet.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(generic): Exactly correct!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7C8C"/>
                </a:solidFill>
                <a:latin typeface="Calibri"/>
              </a:rPr>
              <a:t>Every teacher turn is labelled (probing / focus / telling / generic), so we can train our model to probe instead of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in the right course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IITM scenarios (careless slip, gap 1 course back, gap 2 courses back…) + any provided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the IITM BS and NCERT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4937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Learner: How does training happen in Linear Regression?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In supervised learning, what do we give the model?   Learner: Inputs and outputs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y = w·x, w = [2,1], x = [3,4]. Prediction?   Learner: 10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True y is 12. Squared error?   Learner: 4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For L(w) = (6 − 2w)², what is dL/dw?   Learner: I don’t know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[gap in Maths 2: derivatives → checking Maths 1: slope]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For y = 3x + 1, how much does y change when x goes up by 1?   Learner: 3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Derivative of w²?  📺 Maths 2, Week 5, Lecture 2 (08:15)   Learner: 2w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[back to Maths 2]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Chain rule on (6 − 2w)²?   Learner: −4(6 − 2w)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[back to MLF / MLT]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At w = 1 the gradient is −16. Should w go up or down?   Learner: Up ✓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1F1F"/>
                </a:solidFill>
                <a:latin typeface="Calibri"/>
              </a:rPr>
              <a:t>Tutor: Exactly: w ← w − η × gradient. That’s how linear regression is trained!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43000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Progress report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600200"/>
          <a:ext cx="4023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Course: concept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Maths 1: slope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Maths 2: derivatives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MLF: gradient descent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MLT: linear regression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0.60 · practise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3749039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402336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API + prompt: explains MSE and gradient descent all at once. Learner never checked; the derivative gap stays hidden.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Ours: finds the derivative gap, revisits Maths 1 and 2, returns to MLT; learner works out the update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study companion for IITM BS learners that guides them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controller, fine-tuned Socratic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courses (Maths → MLF → MLT)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lecture, slide or assignment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Domain-agnostic: IITM BS (primary) and NCERT Maths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1797</Words>
  <Application>Microsoft Office PowerPoint</Application>
  <PresentationFormat>Widescreen</PresentationFormat>
  <Paragraphs>247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NALLA SANDEEP</cp:lastModifiedBy>
  <cp:revision>2</cp:revision>
  <dcterms:created xsi:type="dcterms:W3CDTF">2013-01-27T09:14:16Z</dcterms:created>
  <dcterms:modified xsi:type="dcterms:W3CDTF">2026-10-20T20:18:49Z</dcterms:modified>
  <cp:category/>
</cp:coreProperties>
</file>